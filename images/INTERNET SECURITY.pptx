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1" d="100"/>
          <a:sy n="61" d="100"/>
        </p:scale>
        <p:origin x="54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INTERNET SECURITY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TUSIIME ANGEL</a:t>
            </a:r>
          </a:p>
          <a:p>
            <a:r>
              <a:rPr lang="en-US" dirty="0" smtClean="0"/>
              <a:t>GROUP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48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PHISHING ATTACKS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IMPACTS,PREVENTION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810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UNDERSTANDING PHISHING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       Phishing is a cyber attack where criminals trick people into revealing sensitive information.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Attackers usually pretend to be trusted organizations or individuals.</a:t>
            </a:r>
          </a:p>
          <a:p>
            <a:pPr marL="0" indent="0">
              <a:buNone/>
            </a:pPr>
            <a:r>
              <a:rPr lang="en-US" dirty="0" smtClean="0"/>
              <a:t>It commonly happens through ;</a:t>
            </a:r>
          </a:p>
          <a:p>
            <a:r>
              <a:rPr lang="en-US" dirty="0" smtClean="0"/>
              <a:t>Emails </a:t>
            </a:r>
          </a:p>
          <a:p>
            <a:r>
              <a:rPr lang="en-US" dirty="0" smtClean="0"/>
              <a:t>Fake websites</a:t>
            </a:r>
          </a:p>
          <a:p>
            <a:r>
              <a:rPr lang="en-US" dirty="0" smtClean="0"/>
              <a:t>Text messages (SMS phishing)</a:t>
            </a:r>
          </a:p>
          <a:p>
            <a:r>
              <a:rPr lang="en-US" dirty="0" smtClean="0"/>
              <a:t>Social media messages</a:t>
            </a:r>
          </a:p>
          <a:p>
            <a:pPr marL="0" indent="0">
              <a:buNone/>
            </a:pPr>
            <a:r>
              <a:rPr lang="en-US" dirty="0" smtClean="0"/>
              <a:t>EXAMPLE: An email pretending to be from the bank asking you to “verify your account details.”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757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PHISHING ATTACKS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Email phishing; Fake emails requesting login credentials.</a:t>
            </a:r>
          </a:p>
          <a:p>
            <a:r>
              <a:rPr lang="en-US" dirty="0" smtClean="0"/>
              <a:t>Spear phishing; Targeted attacks aimed at specific individuals or organizations.</a:t>
            </a:r>
          </a:p>
          <a:p>
            <a:r>
              <a:rPr lang="en-US" dirty="0" smtClean="0"/>
              <a:t>Smishing; Phishing attacks through SMS text messages. Like free mobile data bundles.</a:t>
            </a:r>
          </a:p>
          <a:p>
            <a:r>
              <a:rPr lang="en-US" dirty="0" smtClean="0"/>
              <a:t>Vishing;   Phishing using phone calls to obtain sensitive information.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613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IMPACT OF PHISHING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Financial loss. Stolen bank details can lead to theft of money</a:t>
            </a:r>
          </a:p>
          <a:p>
            <a:r>
              <a:rPr lang="en-US" dirty="0" smtClean="0"/>
              <a:t>Identity theft. Personal information can be used for fraud.</a:t>
            </a:r>
          </a:p>
          <a:p>
            <a:r>
              <a:rPr lang="en-US" dirty="0" smtClean="0"/>
              <a:t>Data breaches. Organizations may lose confidential information.</a:t>
            </a:r>
          </a:p>
          <a:p>
            <a:r>
              <a:rPr lang="en-US" dirty="0" smtClean="0"/>
              <a:t>Reputation damage. Companies may lose customer trust after an attack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039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PREVENTION AND PROTECTION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 not click on suspicious links or attachments.</a:t>
            </a:r>
          </a:p>
          <a:p>
            <a:r>
              <a:rPr lang="en-US" dirty="0" smtClean="0"/>
              <a:t>Always verify the sender’s email address.</a:t>
            </a:r>
          </a:p>
          <a:p>
            <a:r>
              <a:rPr lang="en-US" dirty="0" smtClean="0"/>
              <a:t>Use strong passwords and two factor authentications.</a:t>
            </a:r>
          </a:p>
          <a:p>
            <a:r>
              <a:rPr lang="en-US" dirty="0" smtClean="0"/>
              <a:t>Install and update security software regularly.</a:t>
            </a:r>
          </a:p>
          <a:p>
            <a:r>
              <a:rPr lang="en-US" dirty="0" smtClean="0"/>
              <a:t>Educate employees and users about </a:t>
            </a:r>
            <a:r>
              <a:rPr lang="en-US" smtClean="0"/>
              <a:t>phishing awareness.</a:t>
            </a:r>
          </a:p>
        </p:txBody>
      </p:sp>
    </p:spTree>
    <p:extLst>
      <p:ext uri="{BB962C8B-B14F-4D97-AF65-F5344CB8AC3E}">
        <p14:creationId xmlns:p14="http://schemas.microsoft.com/office/powerpoint/2010/main" val="99851431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</TotalTime>
  <Words>212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INTERNET SECURITY</vt:lpstr>
      <vt:lpstr>PHISHING ATTACKS</vt:lpstr>
      <vt:lpstr>UNDERSTANDING PHISHING</vt:lpstr>
      <vt:lpstr>TYPES OF PHISHING ATTACKS</vt:lpstr>
      <vt:lpstr>IMPACT OF PHISHING </vt:lpstr>
      <vt:lpstr>PREVENTION AND PROTECTION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SECURITY</dc:title>
  <dc:creator>UACE</dc:creator>
  <cp:lastModifiedBy>UACE</cp:lastModifiedBy>
  <cp:revision>3</cp:revision>
  <dcterms:created xsi:type="dcterms:W3CDTF">2026-03-11T13:01:31Z</dcterms:created>
  <dcterms:modified xsi:type="dcterms:W3CDTF">2026-03-11T13:29:30Z</dcterms:modified>
</cp:coreProperties>
</file>